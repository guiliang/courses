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0" r:id="rId5"/>
  </p:sldMasterIdLst>
  <p:notesMasterIdLst>
    <p:notesMasterId r:id="rId7"/>
  </p:notesMasterIdLst>
  <p:sldIdLst>
    <p:sldId id="263" r:id="rId6"/>
    <p:sldId id="271" r:id="rId8"/>
    <p:sldId id="272" r:id="rId9"/>
    <p:sldId id="273" r:id="rId10"/>
    <p:sldId id="282" r:id="rId11"/>
    <p:sldId id="283" r:id="rId12"/>
    <p:sldId id="284" r:id="rId13"/>
    <p:sldId id="285" r:id="rId14"/>
    <p:sldId id="286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End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8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53.xml"/><Relationship Id="rId2" Type="http://schemas.openxmlformats.org/officeDocument/2006/relationships/image" Target="../media/image7.png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0367" y="1453727"/>
            <a:ext cx="9778153" cy="1778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65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CSC 1004: Tutorial 9 </a:t>
            </a:r>
            <a:endParaRPr lang="en-US" sz="3665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  <a:p>
            <a:pPr marL="0" indent="0" algn="ctr">
              <a:buNone/>
            </a:pPr>
            <a:r>
              <a:rPr lang="en-US" sz="3665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Basic Program Implementation</a:t>
            </a:r>
            <a:endParaRPr lang="en-US" sz="3665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48087" y="3623733"/>
            <a:ext cx="8141547" cy="119972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 Bo Yue</a:t>
            </a:r>
            <a:endParaRPr lang="en-US" sz="2665" dirty="0">
              <a:solidFill>
                <a:srgbClr val="646464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  <a:p>
            <a:pPr marL="0" indent="0" algn="ctr">
              <a:buNone/>
            </a:pPr>
            <a:r>
              <a:rPr lang="en-US" sz="2665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SDS, CUHK-SZ</a:t>
            </a:r>
            <a:endParaRPr lang="en-US" sz="2665" dirty="0">
              <a:solidFill>
                <a:srgbClr val="646464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Review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pic>
        <p:nvPicPr>
          <p:cNvPr id="6" name="图片 5" descr="more_enhanced_snake_game_flowchart"/>
          <p:cNvPicPr>
            <a:picLocks noChangeAspect="1"/>
          </p:cNvPicPr>
          <p:nvPr/>
        </p:nvPicPr>
        <p:blipFill>
          <a:blip r:embed="rId3"/>
          <a:srcRect l="12310" t="24313" r="9391" b="11190"/>
          <a:stretch>
            <a:fillRect/>
          </a:stretch>
        </p:blipFill>
        <p:spPr>
          <a:xfrm>
            <a:off x="2494280" y="1399540"/>
            <a:ext cx="8235950" cy="4785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Class </a:t>
            </a:r>
            <a:r>
              <a:rPr lang="en-US" altLang="zh-CN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SnakeGame and </a:t>
            </a:r>
            <a:r>
              <a:rPr lang="zh-CN" altLang="en-US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start_game</a:t>
            </a:r>
            <a:r>
              <a:rPr lang="en-US" altLang="zh-CN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 function</a:t>
            </a:r>
            <a:r>
              <a:rPr lang="en-US" altLang="zh-CN" sz="3200"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0280" y="1605915"/>
            <a:ext cx="55587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class SnakeGame(tk.Tk):                                                                     </a:t>
            </a:r>
            <a:endParaRPr lang="en-US" altLang="zh-CN"/>
          </a:p>
          <a:p>
            <a:r>
              <a:rPr lang="en-US" altLang="zh-CN"/>
              <a:t>    def __init__(self):</a:t>
            </a:r>
            <a:endParaRPr lang="en-US" altLang="zh-CN"/>
          </a:p>
          <a:p>
            <a:r>
              <a:rPr lang="en-US" altLang="zh-CN"/>
              <a:t>        super().__init__()</a:t>
            </a:r>
            <a:endParaRPr lang="en-US" altLang="zh-CN"/>
          </a:p>
          <a:p>
            <a:r>
              <a:rPr lang="en-US" altLang="zh-CN"/>
              <a:t>        self.title("Snake Game")</a:t>
            </a:r>
            <a:endParaRPr lang="en-US" altLang="zh-CN"/>
          </a:p>
          <a:p>
            <a:r>
              <a:rPr lang="en-US" altLang="zh-CN"/>
              <a:t>        self.geometry("800x800")</a:t>
            </a:r>
            <a:endParaRPr lang="en-US" altLang="zh-CN"/>
          </a:p>
          <a:p>
            <a:r>
              <a:rPr lang="en-US" altLang="zh-CN"/>
              <a:t>        self.resizable(False, False)</a:t>
            </a:r>
            <a:endParaRPr lang="en-US" altLang="zh-CN"/>
          </a:p>
          <a:p>
            <a:r>
              <a:rPr lang="en-US" altLang="zh-CN"/>
              <a:t>        self.width = 800</a:t>
            </a:r>
            <a:endParaRPr lang="en-US" altLang="zh-CN"/>
          </a:p>
          <a:p>
            <a:r>
              <a:rPr lang="en-US" altLang="zh-CN"/>
              <a:t>        self.height = 800</a:t>
            </a:r>
            <a:endParaRPr lang="en-US" altLang="zh-CN"/>
          </a:p>
          <a:p>
            <a:r>
              <a:rPr lang="en-US" altLang="zh-CN"/>
              <a:t>        self.cell_size = 20</a:t>
            </a:r>
            <a:endParaRPr lang="en-US" altLang="zh-CN"/>
          </a:p>
          <a:p>
            <a:r>
              <a:rPr lang="en-US" altLang="zh-CN"/>
              <a:t>        self.snake_direction = 'Right'</a:t>
            </a:r>
            <a:endParaRPr lang="en-US" altLang="zh-CN"/>
          </a:p>
          <a:p>
            <a:r>
              <a:rPr lang="en-US" altLang="zh-CN"/>
              <a:t>        self.snake = [(100, 100), (80, 100), (60, 100)]</a:t>
            </a:r>
            <a:endParaRPr lang="en-US" altLang="zh-CN"/>
          </a:p>
          <a:p>
            <a:r>
              <a:rPr lang="en-US" altLang="zh-CN"/>
              <a:t>        self.food = self.create_food()</a:t>
            </a:r>
            <a:endParaRPr lang="en-US" altLang="zh-CN"/>
          </a:p>
          <a:p>
            <a:r>
              <a:rPr lang="en-US" altLang="zh-CN"/>
              <a:t>        self.game_frame = tk.Frame(self)</a:t>
            </a:r>
            <a:endParaRPr lang="en-US" altLang="zh-CN"/>
          </a:p>
          <a:p>
            <a:r>
              <a:rPr lang="en-US" altLang="zh-CN"/>
              <a:t>        self.canvas = tk.Canvas(self.game_frame, bg='black', width=self.width, height=self.height)</a:t>
            </a:r>
            <a:endParaRPr lang="en-US" altLang="zh-CN"/>
          </a:p>
          <a:p>
            <a:r>
              <a:rPr lang="en-US" altLang="zh-CN"/>
              <a:t>        self.start_game()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841490" y="160591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   def start_game(self):</a:t>
            </a:r>
            <a:endParaRPr lang="zh-CN" altLang="en-US"/>
          </a:p>
          <a:p>
            <a:r>
              <a:rPr lang="zh-CN" altLang="en-US"/>
              <a:t>        self.game_frame.pack(fill="both", expand=True)</a:t>
            </a:r>
            <a:endParaRPr lang="zh-CN" altLang="en-US"/>
          </a:p>
          <a:p>
            <a:r>
              <a:rPr lang="zh-CN" altLang="en-US"/>
              <a:t>        self.canvas.pack()</a:t>
            </a:r>
            <a:endParaRPr lang="zh-CN" altLang="en-US"/>
          </a:p>
          <a:p>
            <a:r>
              <a:rPr lang="zh-CN" altLang="en-US"/>
              <a:t>        self.setup_ui()</a:t>
            </a:r>
            <a:endParaRPr lang="zh-CN" altLang="en-US"/>
          </a:p>
          <a:p>
            <a:r>
              <a:rPr lang="zh-CN" altLang="en-US"/>
              <a:t>        self.run_game()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58950" y="572262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</p:cNvCxnSpPr>
          <p:nvPr/>
        </p:nvCxnSpPr>
        <p:spPr>
          <a:xfrm flipV="1">
            <a:off x="3261360" y="1844040"/>
            <a:ext cx="3909695" cy="408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841490" y="37045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def setup_ui(self):</a:t>
            </a:r>
            <a:endParaRPr lang="en-US" altLang="zh-CN"/>
          </a:p>
          <a:p>
            <a:r>
              <a:rPr lang="en-US" altLang="zh-CN"/>
              <a:t>        self.update_ui()</a:t>
            </a:r>
            <a:endParaRPr lang="en-US" altLang="zh-CN"/>
          </a:p>
          <a:p>
            <a:r>
              <a:rPr lang="en-US" altLang="zh-CN"/>
              <a:t>        self.bind("&lt;KeyPress&gt;", self.change_direction)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318375" y="269113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stCxn id="11" idx="2"/>
          </p:cNvCxnSpPr>
          <p:nvPr/>
        </p:nvCxnSpPr>
        <p:spPr>
          <a:xfrm flipH="1">
            <a:off x="7973060" y="3112770"/>
            <a:ext cx="96520" cy="706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03085" y="52082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   def run_game(self):</a:t>
            </a:r>
            <a:endParaRPr lang="zh-CN" altLang="en-US"/>
          </a:p>
          <a:p>
            <a:r>
              <a:rPr lang="zh-CN" altLang="en-US"/>
              <a:t>        self.move_snake()</a:t>
            </a:r>
            <a:endParaRPr lang="zh-CN" altLang="en-US"/>
          </a:p>
          <a:p>
            <a:r>
              <a:rPr lang="zh-CN" altLang="en-US"/>
              <a:t>        self.after(100, self.run_game)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328535" y="300736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肘形连接符 16"/>
          <p:cNvCxnSpPr>
            <a:stCxn id="15" idx="3"/>
            <a:endCxn id="13" idx="3"/>
          </p:cNvCxnSpPr>
          <p:nvPr/>
        </p:nvCxnSpPr>
        <p:spPr>
          <a:xfrm>
            <a:off x="8830945" y="3218180"/>
            <a:ext cx="2136140" cy="2451100"/>
          </a:xfrm>
          <a:prstGeom prst="bentConnector3">
            <a:avLst>
              <a:gd name="adj1" fmla="val 1111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Create food and game over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def create_food(self):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while True: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x = random.randint(0, (self.width//self.cell_size)-1) * self.cell_size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y = random.randint(0, (self.height//self.cell_size)-1) * self.cell_size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food = (x, y)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if food not in self.snake: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    return food</a:t>
            </a:r>
            <a:endParaRPr lang="zh-CN" altLang="en-US" sz="2400"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def game_over(self):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self.canvas.create_text(self.width//2, self.height//2, text="Game Over", fill="white", font=('TkDefaultFont', 24))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self.unbind("&lt;KeyPress&gt;")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zh-CN" altLang="en-US" sz="24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0850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985" b="1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0" indent="0">
              <a:buNone/>
            </a:pPr>
            <a:r>
              <a:rPr lang="en-US" altLang="zh-CN" sz="2985" b="1">
                <a:sym typeface="+mn-ea"/>
              </a:rPr>
              <a:t>update_ui</a:t>
            </a:r>
            <a:endParaRPr lang="en-US" sz="2985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0" indent="0">
              <a:buNone/>
            </a:pPr>
            <a:endParaRPr lang="en-US" sz="2985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960033"/>
            <a:ext cx="10287000" cy="4343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altLang="en-CA" sz="1865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5960" y="1959610"/>
            <a:ext cx="10926445" cy="3488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/>
              <a:t>    def update_ui(self):</a:t>
            </a:r>
            <a:endParaRPr lang="en-US" altLang="zh-CN" sz="2400"/>
          </a:p>
          <a:p>
            <a:r>
              <a:rPr lang="en-US" altLang="zh-CN" sz="2400"/>
              <a:t>        self.canvas.delete('all')</a:t>
            </a:r>
            <a:endParaRPr lang="en-US" altLang="zh-CN" sz="2400"/>
          </a:p>
          <a:p>
            <a:r>
              <a:rPr lang="en-US" altLang="zh-CN" sz="2400"/>
              <a:t>        for x, y in self.snake:</a:t>
            </a:r>
            <a:endParaRPr lang="en-US" altLang="zh-CN" sz="2400"/>
          </a:p>
          <a:p>
            <a:r>
              <a:rPr lang="en-US" altLang="zh-CN" sz="2400"/>
              <a:t>            self.canvas.create_rectangle(x, y, x + self.cell_size, y + self.cell_size, fill='green')</a:t>
            </a:r>
            <a:endParaRPr lang="en-US" altLang="zh-CN" sz="2400"/>
          </a:p>
          <a:p>
            <a:r>
              <a:rPr lang="en-US" altLang="zh-CN" sz="2400"/>
              <a:t>   </a:t>
            </a:r>
            <a:endParaRPr lang="en-US" altLang="zh-CN" sz="2400"/>
          </a:p>
          <a:p>
            <a:r>
              <a:rPr lang="en-US" altLang="zh-CN" sz="2400"/>
              <a:t>    the update of food state is the same as the snake, and you can finish it by yourself.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974937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sz="3200" b="1">
                <a:sym typeface="+mn-ea"/>
              </a:rPr>
              <a:t>change_direction</a:t>
            </a:r>
            <a:endParaRPr lang="en-US" altLang="zh-CN" sz="3200" b="1" dirty="0">
              <a:solidFill>
                <a:srgbClr val="2E0158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6000" y="1739900"/>
            <a:ext cx="4262967" cy="44577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865" dirty="0">
              <a:solidFill>
                <a:srgbClr val="38383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0420" y="1711537"/>
            <a:ext cx="93776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/>
              <a:t>    def change_direction(self, event):</a:t>
            </a:r>
            <a:endParaRPr sz="2400"/>
          </a:p>
          <a:p>
            <a:r>
              <a:rPr sz="2400"/>
              <a:t>        opposite_directions = {'Left': 'Right', 'Right': 'Left', 'Up': 'Down', 'Down': 'Up'}</a:t>
            </a:r>
            <a:endParaRPr sz="2400"/>
          </a:p>
          <a:p>
            <a:r>
              <a:rPr sz="2400"/>
              <a:t>        if event.keysym in ['Left', 'Right', 'Up', 'Down']:</a:t>
            </a:r>
            <a:endParaRPr sz="2400"/>
          </a:p>
          <a:p>
            <a:r>
              <a:rPr sz="2400"/>
              <a:t>            # Check if the new direction is opposite to the current direction</a:t>
            </a:r>
            <a:endParaRPr sz="2400"/>
          </a:p>
          <a:p>
            <a:r>
              <a:rPr sz="2400"/>
              <a:t>            if event.keysym != opposite_directions[self.snake_direction]:</a:t>
            </a:r>
            <a:endParaRPr sz="2400"/>
          </a:p>
          <a:p>
            <a:r>
              <a:rPr sz="2400"/>
              <a:t>                self.snake_direction = event.keysym</a:t>
            </a:r>
            <a:endParaRPr sz="2400"/>
          </a:p>
        </p:txBody>
      </p:sp>
      <p:sp>
        <p:nvSpPr>
          <p:cNvPr id="5" name="文本框 4"/>
          <p:cNvSpPr txBox="1"/>
          <p:nvPr/>
        </p:nvSpPr>
        <p:spPr>
          <a:xfrm>
            <a:off x="1016000" y="4850130"/>
            <a:ext cx="10040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remember to use </a:t>
            </a:r>
            <a:r>
              <a:rPr lang="en-US" altLang="zh-CN" sz="2400">
                <a:solidFill>
                  <a:srgbClr val="FF0000"/>
                </a:solidFill>
              </a:rPr>
              <a:t>bind</a:t>
            </a:r>
            <a:r>
              <a:rPr lang="en-US" altLang="zh-CN" sz="2400"/>
              <a:t> function to connect change_direction function </a:t>
            </a:r>
            <a:endParaRPr lang="en-US" altLang="zh-CN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002877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>
                <a:sym typeface="+mn-ea"/>
              </a:rPr>
              <a:t>move_snake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1016000" y="1739900"/>
            <a:ext cx="10287000" cy="452755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960" dirty="0">
              <a:solidFill>
                <a:srgbClr val="38383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0260" y="1619250"/>
            <a:ext cx="877062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    def move_snake(self):</a:t>
            </a:r>
            <a:endParaRPr lang="zh-CN" altLang="en-US" sz="2400"/>
          </a:p>
          <a:p>
            <a:r>
              <a:rPr lang="zh-CN" altLang="en-US" sz="2400"/>
              <a:t>        head_x, head_y = self.snake[0]</a:t>
            </a:r>
            <a:endParaRPr lang="zh-CN" altLang="en-US" sz="2400"/>
          </a:p>
          <a:p>
            <a:r>
              <a:rPr lang="zh-CN" altLang="en-US" sz="2400"/>
              <a:t>        if self.snake_direction == 'Left':</a:t>
            </a:r>
            <a:endParaRPr lang="zh-CN" altLang="en-US" sz="2400"/>
          </a:p>
          <a:p>
            <a:r>
              <a:rPr lang="zh-CN" altLang="en-US" sz="2400"/>
              <a:t>            head_x -= self.cell_size</a:t>
            </a:r>
            <a:endParaRPr lang="zh-CN" altLang="en-US" sz="2400"/>
          </a:p>
          <a:p>
            <a:r>
              <a:rPr lang="zh-CN" altLang="en-US" sz="2400"/>
              <a:t>        elif self.snake_direction == 'Right':</a:t>
            </a:r>
            <a:endParaRPr lang="zh-CN" altLang="en-US" sz="2400"/>
          </a:p>
          <a:p>
            <a:r>
              <a:rPr lang="zh-CN" altLang="en-US" sz="2400"/>
              <a:t>            head_x += self.cell_size</a:t>
            </a:r>
            <a:endParaRPr lang="zh-CN" altLang="en-US" sz="2400"/>
          </a:p>
          <a:p>
            <a:r>
              <a:rPr lang="zh-CN" altLang="en-US" sz="2400"/>
              <a:t>        elif self.snake_direction == 'Up':</a:t>
            </a:r>
            <a:endParaRPr lang="zh-CN" altLang="en-US" sz="2400"/>
          </a:p>
          <a:p>
            <a:r>
              <a:rPr lang="zh-CN" altLang="en-US" sz="2400"/>
              <a:t>            head_y -= self.cell_size</a:t>
            </a:r>
            <a:endParaRPr lang="zh-CN" altLang="en-US" sz="2400"/>
          </a:p>
          <a:p>
            <a:r>
              <a:rPr lang="zh-CN" altLang="en-US" sz="2400"/>
              <a:t>        elif self.snake_direction == 'Down':</a:t>
            </a:r>
            <a:endParaRPr lang="zh-CN" altLang="en-US" sz="2400"/>
          </a:p>
          <a:p>
            <a:r>
              <a:rPr lang="zh-CN" altLang="en-US" sz="2400"/>
              <a:t>            head_y += self.cell_size</a:t>
            </a:r>
            <a:endParaRPr lang="zh-CN" altLang="en-US" sz="2400"/>
          </a:p>
          <a:p>
            <a:r>
              <a:rPr lang="zh-CN" altLang="en-US" sz="2400"/>
              <a:t>        new_head = (head_x, head_y)</a:t>
            </a:r>
            <a:endParaRPr lang="zh-CN" altLang="en-US" sz="2400"/>
          </a:p>
          <a:p>
            <a:r>
              <a:rPr lang="zh-CN" altLang="en-US" sz="2400"/>
              <a:t>        self.snake = [new_head] + self.snake[:-1]</a:t>
            </a:r>
            <a:endParaRPr lang="zh-CN" altLang="en-US" sz="2400"/>
          </a:p>
          <a:p>
            <a:r>
              <a:rPr lang="zh-CN" altLang="en-US" sz="2400"/>
              <a:t>        self.update_ui()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002877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Run example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52500" y="1739900"/>
            <a:ext cx="10173547" cy="452797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choose a python </a:t>
            </a: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IDE: pycharm/vscode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download the example code in bb and place it in your folder.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click file and open this py file.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configure conda environment or virual environment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configure run/debug setting to run this code.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0" y="3434080"/>
            <a:ext cx="5814060" cy="3074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9051" y="2279651"/>
            <a:ext cx="4527551" cy="736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THE 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29051" y="3200400"/>
            <a:ext cx="4527551" cy="137795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THANKS</a:t>
            </a:r>
            <a:endParaRPr lang="en-US" sz="6000" dirty="0"/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N2Y5N2YwNjU1YjcxOTZiOGYwOTJhNmQ0MzFjMDI5OW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3075</Words>
  <Application>WPS 演示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微软雅黑</vt:lpstr>
      <vt:lpstr>WPS</vt:lpstr>
      <vt:lpstr>1_WPS</vt:lpstr>
      <vt:lpstr>2_WPS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时光追溯</cp:lastModifiedBy>
  <cp:revision>42</cp:revision>
  <dcterms:created xsi:type="dcterms:W3CDTF">2026-04-10T11:29:46Z</dcterms:created>
  <dcterms:modified xsi:type="dcterms:W3CDTF">2026-04-10T11:29:46Z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2052-12.1.23141.23141</vt:lpwstr>
  </property>
</Properties>
</file>